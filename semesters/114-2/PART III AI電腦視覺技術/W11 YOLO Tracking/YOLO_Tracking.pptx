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 + 多目標追蹤｜Android Java TFLite 部署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vs AI 對照系列｜第三講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學習路線大綱（11 章）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本講課程定位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52728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52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2527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物件偵測演進（RCNN → YOLO）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9105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91056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91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591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物件偵測評估指標（IoU / mAP / NMS）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9384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29384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293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19293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推論實作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6771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267712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677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2677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訓練自訂資料集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06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模型轉換 + 量化（ONNX / TFLite）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44368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443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2944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Java TFLite 部署（主菜）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82696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82696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82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2826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觀念與應用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21024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21024"/>
            <a:ext cx="777240" cy="292608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621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6210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 MOT + Re-ID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59352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959352"/>
            <a:ext cx="777240" cy="29260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959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3959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YOLO+Tracking 整合 + Action Recognition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8229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297680"/>
            <a:ext cx="7772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71600" y="4297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 + Benchmark 文化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YOLO+Tracking 課程導讀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ML/DL 進到 SOTA 物件偵測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系列地圖｜你目前在哪？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CV 規則法做 RPS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109728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做 RPS（HoG+SVM / CNN / MobileNetV2）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Tracking（本講）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017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骨架做 RPS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1097280" cy="54864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657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新研究與閱讀地圖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本講核心問題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從「我手裡這張圖有沒有 RPS」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「畫面裡所有物件都框出來，含類別與位置」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再升級到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「跨 frame 跟蹤同一物件，給它一致的 ID」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本講部署平台分工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為什麼不用 Python tflite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限制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沒 cp310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tflite-runtime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上一講已驗證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TFLite API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官方支援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org.tensorflow: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tensorflow-lite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前後處理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影像格式轉換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結果視覺化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還是有用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學習目標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理解物件偵測 vs 分類的本質差異（mAP 為什麼比 accuracy 複雜）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看得懂 YOLO 各版本演進的設計決定（anchor → anchor-free）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Android 上用 Java TFLite API 跑 YOLOv5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tracking-by-detection 與 Re-ID 觀念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 ByteTrack / DeepSORT 怎麼運作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RPS 任務上做雙手追蹤 + ID 一致性測試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CV 研究的入場券：mAP / MOT17 / SOTA 怎麼讀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本講三大新觀念（前面講沒碰過的）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偵測指標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IoU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分類用 accuracy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偵測完全不同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研究生必懂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幾何中介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核心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W7 SIFT/ORB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比對觀念呼應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時空維度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 → 動態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手勢序列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下一個前沿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物件偵測演進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RCNN → YOLO 簡史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物件偵測 vs 分類｜本質差異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影像分類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輸入：一張圖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輸出：一個類別標籤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假設：圖內只有一個目標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評估：accuracy / F1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輸入：一張圖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輸出：N 個 (bbox, class, conf)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假設：圖內可能 0 ~ 多個目標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評估：mAP（複雜）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主流偵測方法三大派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RCNN 系列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先找候選 → 再分類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準確高、慢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Faster R-CNN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單階段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/ SSD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一次到位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速度快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即時應用首選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/ DINO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prediction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準確度高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運算貴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RCNN → YOLO 演進史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創新點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proposal + CNN 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極慢 ~50s/張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共用 conv，end-to-end 訓練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RPN 取代 selective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一個 CNN 直接出 bbox+class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~50ms/張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多尺度 + 殘差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~30ms/張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整合最佳實踐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~20ms/張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anchor-free + 多任務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~15ms/張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YOLOv5 架構｜三大件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Backbone：CSPDarknet（特徵抽取）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Neck：PANet（多尺度特徵融合）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Head：輸出 bbox + class +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本講對「怎麼用」更重要，架構細節留給研究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推薦延伸閱讀：Ultralytics YOLOv5 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Anchor-based vs Anchor-free（YOLOv5 → v8 的關鍵演進）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Anchor-based（YOLOv5）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預設多組「先驗框」尺寸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grid cell 預測 9 個候選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對特殊比例物件好調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設計需經驗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Anchor-free（YOLOv8）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直接預測 bbox 中心 + 寬高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grid cell 預測 1 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設計更簡潔、訓練更穩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近年主流趨勢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物件偵測常用資料集（研究生必懂）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120K 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通用偵測 SOTA 標準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 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大規模通用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164K 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 類（長尾）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稀有類別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2007/2012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 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經典基準（已舊）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 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自駕場景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車輛、行人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CityScapes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細標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城市場景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 + 偵測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物件偵測演進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物件偵測評估指標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IoU / NMS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為什麼物件偵測不能用 accuracy？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分類：一張圖 vs 一個標籤 → accuracy 算「對 / 全」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偵測：一張圖 vs N 個（bbox, class, conf）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怎麼算「對」？bbox 偏 5 像素算對嗎？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怎麼算「全」？漏一個小物件怎麼計？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需要全新的指標體系：IoU、Precision/Recall、AP、mAP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IoU（Intersection over Union）｜bbox 重疊度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 bbox 跟真實 bbox 的重疊量化指標：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┌──────────┐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┌─────────┼─────┐    │  ← 預測 bbox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│     │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│ ∩   │    │  ∩ = 交集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└─────┼────┘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真實 bbox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= Area(預測 ∩ 真實) / Area(預測 ∪ 真實)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範圍：0 ~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通常 IoU ≥ 0.5 判定為「對」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0：完全沒重疊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1：完全重合（不可能）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0.5：經典閾值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偵測的 TP / FP / FN（與分類完全不同）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對的框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 bbox 與真實重疊 IoU ≥ 閾值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且類別正確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錯的框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 bbox 沒對到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真實或類別錯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誤報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漏的物件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真實有物件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但沒被預測到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漏報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Precision / Recall 在偵測的計算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公式跟分類一樣，但 TP/FP/FN 是「框」的單位：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「我預測的框中，有多少真的對應到物件」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   = TP / (TP + FN)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「真實的物件中，有多少被我抓到」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▲  Precision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Precision-Recall 曲線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●─●─●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●─●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└─────────────────► Recall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1.0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 conf threshold：高 conf → 高 Precision、低 Recall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 PR 曲線：x = Recall, y = Precision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AP（Average Precision）與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PR 曲線下方面積 → 一個類別的整體性能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對某個類別、固定 IoU 閾值（譬如 0.5）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由 conf 高到低排序所有預測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累積算 Precision, Recall → 畫 PR 曲線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4: AP = ∫ Precision(Recall) dRecall  ≈ 曲線下面積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= mean(AP across all classes)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「所有類別 AP 的平均」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mAP@0.5 = mAP at IoU threshold 0.5  （COCO 經典）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mAP@0.5:0.95 = 平均 IoU = 0.5, 0.55, 0.6, ..., 0.95  共 10 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→ COCO 主指標，更嚴格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mAP@0.5 vs mAP@0.5:0.95｜差在哪？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mAP@0.5（VOC 風格）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 IoU ≥ 0.5 算對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標準較寬鬆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易達高分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 demo / 入門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mAP@0.5:0.95（COCO 風格）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個 IoU 閾值平均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標準較嚴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bbox 精度敏感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 paper 必報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NMS（Non-Maximum Suppression）｜消除重複框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問題：YOLO 對同一物件可能出多個高 conf 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NMS 演算法：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對所有預測 bbox 按 conf 降序排序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取最高 conf 的框 → 保留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計算其他框與此框的 IoU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若 IoU &gt; threshold（譬如 0.5）→ 刪除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回到 2，直到列表空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結果：每個物件只剩一個最高 conf 的框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通常設 0.45-0.5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太低 → 重複框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太高 → 鄰近物件被誤刪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NMS 三種變體對比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適用情境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NMS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&gt; thresh 直接刪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通用，YOLOv5 預設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Soft-NMS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越高，conf 降越多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密集物件（人群）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DIoU-NMS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 DIoU 取代 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重疊物件偏中心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NMS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保留框 = 候選框加權平均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高精度物件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評估程式碼模板（YOLOv5 內建）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已內建完整評估：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在驗證集上跑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model.val(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data='dataset.yaml',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imgsz=640,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batch=16,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conf=0.001,    # 評估時 conf 設極低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iou=0.6,       # NMS IoU threshold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print(f'mAP@0.5:       {results.box.map50:.4f}')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print(f'mAP@0.5:0.95: {results.box.map:.4f}')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print(f'Precision: {results.box.mp:.4f}')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print(f'Recall:    {results.box.mr:.4f}')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Paperswithcode 與 SOTA 文化｜研究生入場券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paperswithcode.com 是 CV 研究生必訪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可看到「Object Detection on COCO」即時 leaderboard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SOTA 都附 code + paper 連結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看「Methods」分類能掌握技術脈絡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 paper 前先看 leaderboard、看公開數字、看 code 完整度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比直接讀 paper 高效 10 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偵測評估指標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推論實作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+ Local Runtime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環境設定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或本地 Local Runtime 都行：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方法 A：用 ultralytics 套件（推薦）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ultralytics opencv-python --quiet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方法 B：用 torch.hub（舊版範例多）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torch torchvision opencv-python --quiet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驗證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print('torch:', torch.__version__)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print('cuda available:', torch.cuda.is_available())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載入模型 + 推論單張影像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一行式 API：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載入預訓練 model（80 類 COCO）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   # 也可以用 'yolov8n.pt'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推論一張圖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model('https://ultralytics.com/images/zidane.jpg')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結果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results: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print(r.boxes.xyxy)     # bbox 座標 (N, 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print(r.boxes.conf)     # 信心 (N,)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print(r.boxes.cls)      # 類別 ID (N,)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r.show()                # 視覺化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r.save('output.jpg')   # 存檔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即時 Webcam 推論（Local Runtime）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Colab + Local Runtime + 本地 webcam：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cv2.VideoCapture(0, cv2.CAP_DSHOW)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model(frame, verbose=False)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annotated = results[0].plot()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cv2.imshow('YOLO', annotated)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 &amp; 0xFF == ord('q'):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cap.release(); cv2.destroyAllWindows()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results 結構解析（為 tracking 鋪梗）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result 內含 bbox 三個關鍵欄位：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results[0]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三大欄位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r.boxes.xyxy   # shape=(N, 4)  [x1, y1, x2, y2]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r.boxes.conf   # shape=(N,)    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r.boxes.cls    # shape=(N,)    class id (0-79 for COCO)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也可以拿其他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r.boxes.xywh   # 中心點+寬高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r.boxes.xyxyn  # 歸一化到 0-1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類別名稱表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r.names  # {0: 'person', 1: 'bicycle', ...}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提示：tracking 需要的就是 (bbox, conf, cls) 三件套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跨 frame 拿 ID 來配對 → tracking-by-detection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用 YOLO 做 RPS｜兩條路徑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A：用 COCO 預訓練 YOLO 偵測「person」→ 取手部 ROI → 上一講 RPS 模型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優：不用重新訓練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缺：手部 ROI 還是要二段分類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 B（推薦）：自己訓練 YOLOv5 做 3 類偵測 (rock / scissors / paper)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優：一個模型 end-to-end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缺：要標註自訓資料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下一章（Ch 5）走路徑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YOLOv5 推論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訓練自訂資料集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自製資料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資料準備｜LabelImg + YOLO 格式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A：手動 LabelImg 標註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B（推薦）：Roboflow 線上標註（含資料增強）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標註：每張圖一個 .txt，格式：class x_center y_center width height（歸一化 0-1）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資料夾結構：images/train, images/val, labels/train, labels/val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RPS：每類至少 100 張、含不同光線/角度/背景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dataset.yaml（YOLO 訓練核心檔）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3 類的 dataset.yaml：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rps_dataset.yaml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/content/rps_dataset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images/train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images/val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images/test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names: ['rock', 'scissors', 'paper']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path：資料集根目錄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train/val/test：相對於 path 的路徑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nc：類別數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names：類別名稱列表（順序對應 label 中的 class id）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訓練 YOLOv5 模型（Colab 上一行命令）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CLI / Python 兩種寫法：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 寫法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!yolo task=detect mode=train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data=rps_dataset.yaml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model=yolov5s.pt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epochs=50 imgsz=640 batch=16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寫法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model.train(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data='rps_dataset.yaml',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epochs=50,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imgsz=640,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batch=16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訓練曲線判讀（YOLO 特有）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box_loss：bbox 回歸損失（位置準不準）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obj_loss：物件性損失（這格有沒有物件）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cls_loss：類別損失（類別對不對）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 loss 都要降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通常在 epoch 20-30 接近收斂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 需要更多 epoch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Roboflow｜現代工具讓你省 80% 時間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雲端線上標註介面（無需安裝 LabelImg）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自動產生 YOLO format（含 dataset.yaml）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內建資料增強（旋轉、翻轉、模糊、亮度）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版本控制（資料集像 git 一樣有歷史）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可匯出到 Colab 一行 install 直接用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強烈建議學生作業用 Roboflow，不要徒手 LabelImg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訓練自訂資料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模型轉換 + 量化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TFLite / Edge AI 部署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為什麼要轉換格式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.pt 是 PyTorch 格式 → 只能在 Python + PyTorch 上跑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/ 邊緣設備不一定有 PyTorch runtime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解法：轉成中介格式（ONNX）或部署格式（TFLite / CoreML）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ONNX = 通用、TFLite = Google 移動端、CoreML = Apple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三種主流部署格式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通用中介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.onnx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主推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跨框架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可進 TensorRT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Mobile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.tflite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原生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本講主菜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量化好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Edge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.engine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系列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極致最佳化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硬體相關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一行匯出多格式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export 內建多格式支援：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 寫法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!yolo export model=yolov5s.pt format=onnx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!yolo export model=yolov5s.pt format=tflite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!yolo export model=yolov5s.pt format=tflite int8=True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寫法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model.export(format='onnx', imgsz=640)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model.export(format='tflite', imgsz=640, int8=True)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也可加 NMS 內建到模型裡（部署簡單）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model.export(format='tflite', imgsz=640, nms=True)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你資料夾的 yolov5s-fp16-nms.tflite 已內建 NMS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載入後不需自己寫 NMS 後處理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量化四種選擇</a:t>
            </a:r>
            <a:endParaRPr lang="en-US" sz="2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FP32（浮點）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1×（基準）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FP16（半精度）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幾乎不變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INT8（動態範圍）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輕微損失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INT8（全量化）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可能 -1~3%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3-4×（NPU）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Edge AI 部署的工程現實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GPU：fp32 隨便跑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8 系列：fp16 GPU 加速，跑得動 YOLOv5s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中階：建議 int8，靠 NPU/DSP 加速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/ 老設備：用 YOLOv5n（nano）+ int8 + 320×320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「量化不是越小越好，要看硬體支援」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Snapdragon NPU 對 int8 加速明顯，但 fp16 也夠用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MLPerf Mobile｜邊緣 AI 的標準 Benchmark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MLPerf 是 ML 性能標竿協會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版測：手機上跑 model 的延遲、吞吐量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標準任務：影像分類、物件偵測、影像分割、自然語言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標準硬體：Pixel、Galaxy、iPhone 主流型號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畢業面試前必看：你部署的數字是 SOTA 還是落後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mlcommons.org/benchmarks/inference-mobile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模型轉換 + 量化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Java TFLite 部署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本講主菜｜跳開 Python wheel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為什麼用 Java TFLite 而不是 Python？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pypi-13.1 上的 tflite-runtime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cp38 wheel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Chaquopy 17 + Python 3.10 上無法安裝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官方 Android TFLite API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（org.tensorflow:tensorflow-lite）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 Java/Kotlin 載入 .tflite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效能更好、業界標準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app/build.gradle 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TFLite Android 依賴：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TFLite 核心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'org.tensorflow:tensorflow-lite:2.14.0'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可選：GPU 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'org.tensorflow:tensorflow-lite-gpu:2.14.0'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可選：高階 API（support library）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'org.tensorflow:tensorflow-lite-support:0.4.4'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沿用 W8 的 CameraX + Chaquopy 設定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"androidx.camera:camera-core:1.3.2"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其他 CameraX 依賴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模型放置位置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.tflite 放 assets 資料夾：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app/src/main/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java/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com/example/yolo/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├── MainActivity.java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└── YoloDetector.java     ← 我們要寫的 wrapper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assets/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yolov5s_rps.tflite        ← 量化過的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labels.txt                ← rock / scissors / paper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python/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post_process.py           ← Python 端視覺化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layout/activity_main.xml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Java 端｜Interpreter 載入 .tflite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YoloDetector.java：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org.tensorflow.lite.Interpreter;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android.content.res.AssetFileDescriptor;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java.io.FileInputStream;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java.nio.MappedByteBuffer;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java.nio.channels.FileChannel;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YoloDetector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Interpreter tflite;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YoloDetector(Context ctx) throws IOException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AssetFileDescriptor fd = ctx.getAssets().openFd("yolov5s_rps.tflite");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FileInputStream fis = new FileInputStream(fd.getFileDescriptor());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FileChannel ch = fis.getChannel();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offset = fd.getStartOffset(), length = fd.getDeclaredLength();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MappedByteBuffer model = ch.map(FileChannel.MapMode.READ_ONLY, offset, length);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Interpreter.Options opts = new Interpreter.Options();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opts.setNumThreads(4);  // 多執行緒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tflite = new Interpreter(model, opts);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Java 端｜推論（已內建 NMS 的 model）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 float[1][640][640][3] → 輸出 detections：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List&lt;Detection&gt; detect(Bitmap bitmap)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前處理：resize 640×640，normalize 到 0-1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float[][][][] input = preprocess(bitmap);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輸出 buffer（已內建 NMS 的 model）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[1, max_dets, 6]  = [batch, dets, (x1,y1,x2,y2,conf,cls)]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float[][][] output = new float[1][100][6];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推論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tflite.run(input, output);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後處理：過濾低 conf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List&lt;Detection&gt; dets = new ArrayList&lt;&gt;();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output[0].length;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conf = output[0][i][4];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(conf &lt; 0.5f)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dets.add(new Detection(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output[0][i][0], output[0][i][1],    // x1, y1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output[0][i][2], output[0][i][3],    // x2, y2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conf, (int) output[0][i][5]));       // conf, cls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dets;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Java 端｜前處理（Bitmap → float[][][][] 張量）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標準前處理流程：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float[][][][] preprocess(Bitmap bitmap)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Bitmap resized = Bitmap.createScaledBitmap(bitmap, 640, 640, 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float[][][][] input = new float[1][640][640][3];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 pixels = new int[640 * 640];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resized.getPixels(pixels, 0, 640, 0, 0, 640, 640);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y = 0; y &lt; 640; y++)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x = 0; x &lt; 640; x++)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p = pixels[y * 640 + x];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input[0][y][x][0] = ((p &gt;&gt; 16) &amp; 0xFF) / 255.0f;  //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input[0][y][x][1] = ((p &gt;&gt; 8) &amp; 0xFF) / 255.0f;   // 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input[0][y][x][2] = (p &amp; 0xFF) / 255.0f;          //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input;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CameraX 整合｜ImageAnalysis → YoloDetector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MainActivity.java 的 analyzer：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YoloDetector detector;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void onCreate(Bundle savedInstanceState)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CameraX preview / Chaquopy 設定（沿用 W8）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detector = new YoloDetector(this);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ImageAnalysis 設定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imageAnalysis.setAnalyzer(cameraExecutor, image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Bitmap bmp = imageProxyToBitmap(image);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image.close();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List&lt;Detection&gt; dets = detector.detect(bmp);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runOnUiThread(() -&gt; drawBoxes(bmp, dets));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imageProxyToBitmap 是 helper（YUV → Bitmap）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drawBoxes 在 overlay View 上畫 bbox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Python 端（Chaquopy）的角色｜還是有用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雖然推論在 Java，但 Python 可做：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影像後處理（複雜濾鏡、特效）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結果統計（畫面物件計數、軌跡資料整理）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RPS 邏輯（若用 detection-based 規則判斷勝負）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Re-ID feature 計算（下章 Ch 9）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 架構：Java 重運算，Python 寫邏輯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Java TFLite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觀念與應用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從偵測到追蹤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偵測完成「他在哪」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那「他從哪來、要去哪」呢？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偵測：單張畫面，這幀「他」在哪裡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追蹤：跨時間軸，知道同一個物件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接下來往哪移動？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停留了多久？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是否互動、交叉、遮擋？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真實商業需求｜SkyREC 案例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年，台灣新創 SkyREC 發現：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實體零售不像電商能蒐集「點擊、瀏覽、停留」資料，決策全靠經驗。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他們把店內監視器變成「Google Analytics for Retail」：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追蹤每個顧客在店內的動線、停留時長、與哪個貨架互動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 tracking 的商業價值：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不是「有沒有人」，是「人怎麼用空間」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追蹤的應用情境（不只商店）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門市動線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熱點分析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結帳人流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球員戰術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進攻防守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回放分析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車流人流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交叉口號誌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違規偵測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兩大追蹤範式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frame 跑物件偵測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motion model + appearance 配對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代表：DeepSORT、ByteTrack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現代主流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Tracking-by-Correlation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 frame 給目標，之後 frame 算「最像」位置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不重新偵測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代表：KCF、MOSSE（W7 已教）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適合單目標、低算力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你 W7 已經學過的（不重複，只 callback）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 + KLT：稀疏點追蹤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/ CamShift：直方圖追蹤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Filter：動態模型追蹤（單目標）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KCF / CSRT / MOSSE：correlation filter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本講不重複講這些，重點放現代 Tracking-by-Detection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 追蹤特有評估指標（研究生必懂）</a:t>
            </a:r>
            <a:endParaRPr lang="en-US" sz="2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Multi-Object Tracking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整體準確度，含 FP/FN/ID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一致性的 F1（越高越好）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同一物件 ID 變了幾次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/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Tracked /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完整追蹤 vs 完全失蹤的比例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Order Tracking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新指標，平衡 detect 與 associate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Tracking 觀念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現代 MOT + Re-ID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/ DeepSORT / Re-ID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多目標追蹤（MOT）標準流程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 的標準 pipeline：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t                    Frame t+1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                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偵測器（YOLO）              偵測器（YOLO）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                 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Detections                 Detections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 配對 ──────────────┘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(Matching)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Tracks (ID 一致)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配對怎麼做？這是各家 MOT 演算法的差異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配對的兩個依據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Motion（運動）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預測下一幀位置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IoU 跟新偵測比對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適合：快速移動的剛體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代表：SORT、IoU-Tracker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Appearance（外觀）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bbox 內影像抽特徵向量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cosine 距離跟既有 ID 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適合：遮擋、近距交叉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代表：DeepSORT、Re-ID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Re-ID（Re-Identification）｜你已經會了！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 的核心：「給一張人的圖，從另一堆圖裡找出同一個人」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做法：用 CNN 學出「身分特徵向量」 → 兩張圖向量越近 = 越像同一人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等等，這跟 W7 學的 SIFT/ORB matching 觀念一模一樣！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都是「兩個特徵向量比距離找對應」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差別只在於：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SIFT/ORB：手工特徵，每張圖 N 個局部特徵向量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Re-ID：學習式特徵，每張圖一個全局特徵向量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古典 CV 跟現代 DL 觀念在這裡接上了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DeepSORT｜Motion + Appearance 雙保險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Wojke et al. 2017，至今仍是經典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兩階段配對：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第一階段：Re-ID 特徵 cosine 距離（appearance）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第二階段：Kalman Filter + IoU（motion）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兩階段都過才配對 → 高精度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代價：要額外跑 Re-ID 模型（多一個 inference）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適合：人群密集場景、長時遮擋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ByteTrack｜不丟低分偵測的高效追蹤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ECCV 2022，最新主流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核心洞察：以前 tracker 把低 conf 偵測丟掉 → 很多遮擋物件就漏了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做法：兩階段配對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第一階段：用高 conf detections 配對既有 tracks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第二階段：剩下沒配的 tracks，用低 conf detections 再配一次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第三階段：剩下沒配的高 conf detections 開新 track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結果：MOT17 SOTA、不需 Re-ID 模型（也支援加 Re-ID）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速度比 DeepSORT 快 3 倍，精度更好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OSTrack｜一階段 Transformer 追蹤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et al. ECCV 2022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把「特徵抽取」和「target-search 配對」合一在 Transformer 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frame 0 給 target template → 接下來 frame 同時做兩件事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比起 detection-based 更適合「單目標連續追蹤」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適用：UAV 跟拍、手術器械追蹤、單一目標的長時程任務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Ultralytics 內建 tracker｜一行整合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 不用自己寫，Ultralytics 已整合：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YOLO('yolov5s.pt')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 ByteTrack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model.track(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source='video.mp4',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tracker='bytetrack.yaml',  # 或 'botsort.yaml'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persist=True,              # 跨 frame 保留 track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show=True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每個 result 多了 .id 屬性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results: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box in r.boxes: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track_id = int(box.id) if box.id is not None else 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print(f'ID={track_id}, cls={int(box.cls)}, bbox={box.xyxy}')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本講作業：用 .track() 跑短片，量 ID 一致性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比 BOT-SORT 更輕量，作業推這個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 MOT Benchmark｜研究 leaderboard 文化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motchallenge.net 是 MOT 領域 leaderboard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MOT17 / MOT20：行人追蹤 SOTA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DanceTrack：舞蹈場景（相似外觀挑戰）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BDD100K MOT：自駕場景大規模追蹤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research：每篇 paper 在這裡比 IDF1 / MOTA / HOTA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現代 MOT + Re-ID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整合應用 + Action Recognition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從框到時序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YOLO + Tracking RPS｜完整整合範例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Ultralytics 一氣呵成：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YOLO('rps_yolov5.pt')   # 你自訓的 RPS YOLO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cv2.VideoCapture(0, cv2.CAP_DSHOW)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偵測 + 追蹤 + ID 一行搞定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model.track(frame, tracker='bytetrack.yaml', persist=True, verbose=False)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annotated = results[0].plot()  # 自動標 ID + class + bbox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cv2.imshow('RPS Track', annotated)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cv2.waitKey(1) &amp; 0xFF == ord('q'): break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自動配 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雙手都會各有 ID，可比較「左手 vs 右手」是哪種手勢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Tracking-by-Detection 三大失敗模式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Switch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兩物件交叉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互換或重設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外觀近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兩雙手太像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DeepSORT/ByteTrack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 可救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Lost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漏偵測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中斷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 max_age 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RPS 雙人對戰｜tracking 解了什麼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tracking：每 frame 都重新偵測「有幾隻手」 → 不知道是同一隻還是新的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tracking：每隻手有 ID，可以記錄「ID=1 出剪刀、ID=2 出布、ID=1 贏」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進一步：用 ID 追蹤 N frames 累積判斷穩定性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進一步：用 ID 偵測「同一隻手在 0.5 秒內變化手勢」 → 連續手勢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把 RPS 從靜態分類提升到動態互動應用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從手勢「狀態」到「動作」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是「靜態手勢」</a:t>
            </a:r>
            <a:pPr algn="ctr" indent="0" marL="0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「揮手、比讚、比愛心」是？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動態手勢（Action）：需要看連續 N 個 frames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靜態手勢 vs 動態手勢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靜態手勢（前面已會）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frame 就能判斷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輸入：1 張圖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輸出：1 個類別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RPS、ASL 字母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動態手勢（Action）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需要連續多 frames 判斷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輸入：T 張圖 + 時間軸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輸出：1 個動作類別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揮手、比讚、跳舞動作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 Action Recognition 三種架構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Two-Stream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Optical 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 &amp; Zisserman 2014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空間 + 光流時間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各跑一個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時空卷積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C3D / I3D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2015 / Carreira 2017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 3D conv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抽時空特徵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TimeSformer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VideoMAE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近年主流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效能最好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運算貴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 用 landmarks 做動作辨識｜更輕量的路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不一定要用 RGB 影像 — 用 MediaPipe 抽 21 點 landmark 序列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輸入：T frames × 21 點 × 2 座標 = T×42 維時序資料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模型：1D CNN / LSTM / Transformer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資料量小、訓練快、可在邊緣部署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 MediaPipe 會詳細展開這條路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Ch.10 整合 + Action 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+ 期末專題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RPS 四方法系統對比</a:t>
            </a:r>
            <a:endParaRPr lang="en-US" sz="22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規則法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RPS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YOLO+Track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mAP@0.5（偵測）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分類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 FPS（手機）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雙手支援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一致性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模型大小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本講作業｜基本要求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達到以下 4 點 = 過關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Roboflow + Colab 訓練 YOLOv5 做 RPS 3 類偵測（mAP@0.5 ≥ 0.85）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轉成 .tflite（含 NMS），Android Java TFLite 部署成功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在手機上即時偵測 RPS 並顯示 bbox + class + conf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model.track() 跑 30 秒短片，產出 IDSW 與 IDF1 數字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加分項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（+1）報告含完整 mAP@0.5:0.95、Precision-Recall 曲線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（+2）做雙人 RPS 對戰互動（用 ID 追蹤左右手）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（+1）跟前面三講方法做四方法對照表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（+2）嘗試 ByteTrack vs BoT-SORT 對比，量 IDSW 差異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（+1）模型 INT8 量化版部署，accuracy vs fp16 對比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（+2）動態手勢延伸：用 landmark 序列做「揮手」「比讚」辨識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繳交內容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訓練 + 評估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mAP curves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 zip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TFLite 部署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.tflite 模型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研究報告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影片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報告含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四方法對比 + 失敗分析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秒 demo 影片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Android Java TFLite 部署常見錯誤</a:t>
            </a:r>
            <a:endParaRPr lang="en-US" sz="22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NoSuchMethodError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版本不對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鎖 2.14.0 + 對應 support 0.4.4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 shape 不符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沒內建 NMS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加 nms=True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推論超慢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沒開多執行緒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Interpreter.Options().setNumThreads(4)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delegate 失敗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TFLite-GPU 套件缺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 tensorflow-lite-gpu 依賴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找不到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未放對位置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app/src/main/assets/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研究方向出口｜你已經有入場券了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paperswithcode.com → 看 Object Detection / MOT leaderboards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motchallenge.net → MOT17/20 benchmark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/ ICCV / ECCV → 看年度最新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方向：TinyML、MLPerf Mobile、Snapdragon NPU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 方向：TimeSformer、VideoMAE、MViT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你現在會 mAP、會 IDF1、會 Re-ID 觀念 — 入場券有了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Ch.11 研究對比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 結束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下一講：MediaPipe 骨架 — 特化模型 + Action Recognition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 · georgeh@g4e.npust.edu.tw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+ Tracking｜物件偵測與追蹤</dc:title>
  <dc:subject>PptxGenJS Presentation</dc:subject>
  <dc:creator>George (謝昇憲)</dc:creator>
  <cp:lastModifiedBy>George (謝昇憲)</cp:lastModifiedBy>
  <cp:revision>1</cp:revision>
  <dcterms:created xsi:type="dcterms:W3CDTF">2026-05-28T08:40:46Z</dcterms:created>
  <dcterms:modified xsi:type="dcterms:W3CDTF">2026-05-28T08:40:46Z</dcterms:modified>
</cp:coreProperties>
</file>