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骨架偵測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+ Action Recognition｜Android Tasks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vs AI 對照系列｜第四講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學習路線大綱（9 章）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777240" cy="3383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960120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本講課程定位（MediaPipe vs YOLO）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53312"/>
            <a:ext cx="777240" cy="3383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53312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35331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概論 + Solutions 全景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46504"/>
            <a:ext cx="777240" cy="3383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46504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746504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內部架構（兩階段）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39696"/>
            <a:ext cx="777240" cy="3383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3969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139696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端使用 + 21 點 landmark 解析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32888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32888"/>
            <a:ext cx="777240" cy="3383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32888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532888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手部 RPS 邏輯（彎曲度算法）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777240" cy="338328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2926080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Recognition｜從靜態到動態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19272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19272"/>
            <a:ext cx="777240" cy="3383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19272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319272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Java MediaPipe Tasks API 部署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712464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12464"/>
            <a:ext cx="777240" cy="3383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712464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3712464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Solutions（Model Maker）+ 期末專題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105656"/>
            <a:ext cx="8229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05656"/>
            <a:ext cx="777240" cy="338328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056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4105656"/>
            <a:ext cx="6858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課程導讀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vs YOLO 分工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系列地圖｜你目前在哪？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CV 規則法做 RPS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109728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做 RPS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Tracking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017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骨架做 RPS（本講）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1097280" cy="54864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657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新研究與閱讀地圖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MediaPipe vs YOLO｜兩種偵測哲學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YOLO（上一講）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通用物件偵測（80+ 類）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輸出：bbox + class + conf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可自訓任意類別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開源框架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MediaPipe（本講）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特化任務（人體/手/臉）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輸出：landmarks（21/33/468 點）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預訓練、不能改類別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更精細的「點」而非「框」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landmark vs bbox｜本質差異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給你「手在這個 bbox 裡」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給你「手的 21 個關節點各在哪」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= 物件層次的「位置」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= 物件層次的「結構」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landmark 能做的事更多：手勢、動作、姿勢分析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為什麼選 MediaPipe 做這一講？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官方支援，跨平台穩定（Web / Android / iOS / Python）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Tasks API：完全 Java/Kotlin，不需要 Chaquopy Python wheel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預訓練模型直接用，不用標註資料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點手部 landmark 對 RPS 簡單規則就準確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下一步可做 Action Recognition（連續手勢）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MediaPipe 是「特化任務 + 跨平台 + 開箱即用」的代表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學習目標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MediaPipe 在 CV 生態的位置（vs YOLO / OpenPose）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 Hands 內部「palm detection + landmark regression」兩階段架構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Python 端 MediaPipe 取得 21 點 landmark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landmark 寫 RPS 判斷邏輯（彎曲度算法）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Action Recognition 的觀念（從靜態到動態）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Android 上用 Java Tasks API 部署 HandLandmarker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期末專題：用 MediaPipe + Action Recognition 做自選應用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課程定位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概論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的特化模型平台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MediaPipe 是什麼？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開源的「特化 ML 任務平台」（2019）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提供：預訓練模型 + 推論 pipeline + 跨平台 SDK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理念：把常見任務（人臉、手勢、姿勢）做到極致 + 即時 + 全平台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不是「框架」（如 TF / PyTorch），是「工具集」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主導，CV/ML 大廠在用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MediaPipe 三大支柱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預訓練模型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任務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訓練好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.task 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Pipeline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前後處理打包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含影像 ROI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排程最佳化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 SDK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平台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C++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MediaPipe Solutions 全景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本講用？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點手部 landmark × 2 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本講主菜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點全身 landmark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進階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 點臉部 landmark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Pose + Hands + Face 全套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進階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Selfie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人像 mask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物件 bbox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 Recognizer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手勢分類 7 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替代方案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MediaPipe vs OpenPose vs Hourglass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Hourglass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移動端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主要設計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大模型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中-高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極快 (30+ FPS mobile)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慢 (1-3 FPS)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豐富，跨平台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學術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MediaPipe Studio｜開發前先試玩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URL：mediapipe-studio.webapps.google.com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瀏覽器直接跑 demo，看效果不用裝任何東西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可調 model 參數（min_detection_confidence 等）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可上傳自己的影像/影片測試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學生作業前先在這試玩 5 分鐘，理解模型能力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MediaPipe 為什麼能在手機跑 30+ FPS？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內部硬體最佳化（XNNPACK、NNAPI、GPU delegate）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模型本身設計輕量（MobileNet backbone 為主）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graph 預先排程（避免 CPU/GPU 間頻繁傳輸）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tracking：第一幀偵測完後，後續幀只在小範圍 refine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ROI tracking 是 Google 2019 的關鍵創新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MediaPipe 概論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內部架構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兩階段設計（研究生必懂）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為什麼要懂內部架構？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工程師：「會用就好」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研究生：「為什麼這樣設計？」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用了一個業界經典的兩階段設計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知道這個設計能：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看懂相關 paper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知道什麼情境會失敗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在類似任務上自己設計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Hands 兩階段架構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= Palm Detection + Hand Landmark：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1: Palm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用 SSD-like model 偵測「手掌」（不是整隻手）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輸出：手掌的 bbox（含旋轉）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為什麼偵測手掌而非整手？手掌剛性強、易訓練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2: Hand Landmark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從手掌 bbox 抓 ROI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餵給 CNN 回歸 21 個 landmark 座標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輸出：21 點 (x, y, z) + 左右手分類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後續 frame: ROI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用上一幀的 landmark 預估這幀的手掌 ROI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不重新跑 palm detection（省一半算力）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失蹤超過 N frames → 重新跑 palm detection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為什麼偵測「手掌」而非「整隻手」？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手指變化多端（彎曲、伸直、交叉、被遮擋）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手掌相對「剛性」，形狀變化小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手掌的 bbox 更穩定、更好訓練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偵測誤判率低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找到手掌後，再用 landmark regression 找指關節（這部分用 ROI 縮小範圍）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「先找剛性區域、再 refine 細節」是 CV 經典設計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ROI Tracking 的價值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如果每幀都跑 Palm 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每幀 = 偵測 + landmark = 2 個 model 跑全圖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計算量大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 難達成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Tracking（MediaPipe 用）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第一幀偵測 + landmark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後續幀：用上幀 landmark 預測這幀 ROI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只跑 landmark on ROI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省一半計算 → 達 30+ FPS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21 點手部 landmark 對應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的標準 21 點編號：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8    12    16    20    ← finger TIPs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│    │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7    11    15    19    ← DIP（遠指節）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   │    │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6    10    14    18    ← PIP（近指節）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  │    │    │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5────9────13───17     ← MCP（掌指節）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1──0 (WRIST)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拇指：1, 2, 3,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食指：5, 6, 7, 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中指：9, 10, 11, 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無名指：13, 14, 15,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小指：17, 18, 19, 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2D vs 3D Landmarks｜常見誤解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給的每個 landmark 是 (x, y, z) 三維座標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y：影像座標歸一化到 0-1（精確）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z：相對深度，以手腕為原點，往鏡頭為負，遠離為正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不是真實 3D 深度（沒有立體相機）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只能用在「比相對遠近」，不能算絕對距離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想做真 3D 手勢，要結合 depth camera 或多視角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Hands 內部架構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 + landmark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+ Local Runtime 上手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環境設定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或本地 Local Runtime：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mediapipe opencv-python --quiet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mediapipe as 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三大常用 solutions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mp_hands = mp.solutions.hands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mp_pose  = mp.solutions.pose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mp_drawing = mp.solutions.drawing_utils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mp_drawing_styles = mp.solutions.drawing_styles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print('mediapipe version:', mp.__version__)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對單張影像跑 Hands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 mode：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mediapipe as mp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mp_hands = mp.solutions.hands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mp_drawing = mp.solutions.drawing_utils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mp_hands.Hands(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static_image_mode=True,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max_num_hands=2,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min_detection_confidence=0.7) as hands: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cv2.imread('hand.jpg')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MediaPipe 用 RGB，要轉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hands.process(cv2.cvtColor(image, cv2.COLOR_BGR2RGB))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hand_landmarks in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mp_drawing.draw_landmarks(image, hand_landmarks, mp_hands.HAND_CONNECTIONS)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cv2.imwrite('hand_annotated.jpg', image)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對 Webcam 即時跑 Hands（Local Runtime）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mode + ROI tracking：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mediapipe as mp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mp_hands = mp.solutions.hands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mp_drawing = mp.solutions.drawing_utils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mp_drawing_styles = mp.solutions.drawing_styles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cv2.VideoCapture(0, cv2.CAP_DSHOW)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mp_hands.Hands(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static_image_mode=False,  # 啟用 ROI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max_num_hands=2,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min_detection_confidence=0.7,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min_tracking_confidence=0.5) as hands: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cap.isOpened():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ret: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hands.process(cv2.cvtColor(frame, cv2.COLOR_BGR2RGB))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hand_lm in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mp_drawing.draw_landmarks(frame, hand_lm,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mp_hands.HAND_CONNECTIONS,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mp_drawing_styles.get_default_hand_landmarks_style(),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mp_drawing_styles.get_default_hand_connections_style())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cv2.imshow('MediaPipe Hands', frame)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cv2.waitKey(1) &amp; 0xFF == ord('q'):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cap.release(); cv2.destroyAllWindows()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取 21 點 landmark 數值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結構解析：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hand_idx, hand_landmarks in enumerate(results.multi_hand_landmarks):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左右手分類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handedness = results.multi_handedness[hand_idx]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label = handedness.classification[0].label  # 'Left' or 'Right'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handedness.classification[0].score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21 點 landmark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i, lm in enumerate(hand_landmarks.landmark):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lm.x, lm.y in [0, 1]（影像座標）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lm.z 相對深度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px = int(lm.x * frame.shape[1])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py = int(lm.y * frame.shape[0])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print(f'Hand={label} Point {i}: ({px}, {py}, {lm.z:.3f})')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抽出 5 個指尖位置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指尖點 ID：拇指 4、食指 8、中指 12、無名指 16、小指 20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FINGER_TIPS = [4, 8, 12, 16, 20]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WRIST 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get_finger_tips(hand_landmarks):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"""回傳 5 個指尖座標與手腕座標"""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lm = hand_landmarks.landmark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wrist = np.array([lm[WRIST].x, lm[WRIST].y])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tip_id in FINGER_TIPS: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tips.append(np.array([lm[tip_id].x, lm[tip_id].y]))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wrist, np.array(tips)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main loop 中：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wrist, tips = get_finger_tips(hand_landmarks)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print(f'5 個指尖位置：{tips}')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視覺化技巧｜debug 時你會用上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draw_landmarks 已內建：標 21 個圓點 + 連線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drawing_styles 可換樣式（手指顏色、線粗）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cv2.putText 標每個點的編號（debug 必備）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cv2.circle 強調特定點（如指尖）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cv2.line 自己畫骨架線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寫複雜邏輯前，先用視覺化驗證每個點的位置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Hands 推論參數調整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static_image_mode：False 啟用 ROI tracking（連續影片必選）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max_num_hands：通常 2，極端場景可調 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model_complexity：0=快但粗、1=精度高（預設）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min_detection_confidence：偵測門檻 (0.5-0.9)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min_tracking_confidence：tracking 門檻 (0.3-0.7)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移動端建議 complexity=0、imgsz 縮小到 320×240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Python 端 + landmark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手部 RPS 邏輯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landmark 寫規則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為什麼用 landmark 做 RPS 比 CNN 簡單？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CNN：要訓練資料（標籤 RPS 三類），要 600 張+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+ 規則：用 21 點幾何位置直接判斷，0 訓練資料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規則法 + landmark = 「比手工特徵更精細，比 CNN 更輕量」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預期 accuracy 達 95%+，不輸 MobileNetV2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部署到 Android 也只需要 MediaPipe Tasks API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RPS 三類的 landmark 特徵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石頭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全握拳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所有指尖距離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手腕都「近」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都「彎」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食指中指伸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拇指 4、食指 8、中指 12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食指中指「伸」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其他三指「彎」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全張開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所有指尖距離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手腕都「遠」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都「伸」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5.3「彎曲度」算法｜判斷一根手指是否伸直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用三點構成的角度判斷：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finger_extended(landmarks, mcp_id, pip_id, tip_id):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"""用三點夾角判斷手指是否伸直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mcp_id: 掌指關節（手指根）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pip_id: 近指節（中間關節）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tip_id: 指尖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 = np.array([landmarks[mcp_id].x, landmarks[mcp_id].y])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pip = np.array([landmarks[pip_id].x, landmarks[pip_id].y])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tip = np.array([landmarks[tip_id].x, landmarks[tip_id].y])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v1 = mcp - pip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v2 = tip - pip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 = np.dot(v1, v2) / (np.linalg.norm(v1) * np.linalg.norm(v2) + 1e-6)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= np.degrees(np.arccos(np.clip(cos, -1, 1)))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angle &gt; 150  # 大於 150 度視為伸直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拇指的特殊處理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拇指運動方向跟其他四指不同（橫向）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用「指尖 4 跟食指根 5 的距離」判斷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拇指收：tip 接近 mcp_food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拇指伸：tip 遠離 mcp_food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或用「拇指 tip 4 跟拇指 ip 3 的相對位置」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RPS 通常不細究拇指，可簡化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完整 RPS 判斷函式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5.3 的彎曲度算法：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FINGER_JOINTS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'index':  (5, 6, 8),    # MCP, PIP, TIP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'middle': (9, 10, 12),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'ring':   (13, 14, 16),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'pinky':  (17, 18, 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classify_rps(hand_landmarks):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lm = hand_landmarks.landmark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extended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name, (mcp, pip, tip) in FINGER_JOINTS.items():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extended[name] = finger_extended(lm, mcp, pip, tip)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n_ext = sum(extended.values())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n_ext == 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'rock'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n_ext == 2 and extended['index'] and extended['middle']: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'scissors'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n_ext == 4: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'paper'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'unknown'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整合 Webcam｜MediaPipe + RPS 規則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全套 Local Runtime demo：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cv2.VideoCapture(0, cv2.CAP_DSHOW)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mp_hands.Hands(max_num_hands=2,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min_detection_confidence=0.7) as hands: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cap.isOpened():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ret, frame = cap.read()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ret: break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hands.process(cv2.cvtColor(frame, cv2.COLOR_BGR2RGB))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results.multi_hand_landmarks: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i, hand_lm in enumerate(results.multi_hand_landmarks):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mp_drawing.draw_landmarks(frame, hand_lm, mp_hands.HAND_CONNECTIONS)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label = classify_rps(hand_lm)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hand_label = results.multi_handedness[i].classification[0].label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cv2.putText(frame, f'{hand_label}: {label}',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(20, 40 + 40*i), cv2.FONT_HERSHEY_SIMPLEX,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1.0, (0, 255, 0),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cv2.imshow('MediaPipe RPS', frame)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cv2.waitKey(1) &amp; 0xFF == ord('q'):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cap.release(); cv2.destroyAllWindows()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手部 RPS 邏輯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Recognition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從靜態手勢到動態動作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為什麼要做 Action Recognition？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只是「靜態手勢」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但人類溝通常用「動態動作」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揮手、比讚、比愛心、敬禮、甩動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這些需要看連續 N frames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不能用單張判斷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Recognition 是 CV 下一個 frontier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靜態手勢 vs 動態動作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靜態手勢（已會）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輸入：1 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輸出：1 個類別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演算法：規則 / CNN / landmark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例：RPS、ASL 字母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動態動作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輸入：T 幀（譬如 30 幀）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輸出：1 個動作類別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演算法：時序模型（1D CNN/LSTM）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例：揮手、比讚、跳舞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Action Recognition 三種架構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Two-Stream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+ Flow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 2014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空間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光流時間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2017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 3D conv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TimeSformer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近年主流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VideoMAE / MViT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精度最好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用 landmark 做 Action｜輕量路（本講主推）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輸入：T 幀 × 21 點 × 2 座標 = T × 42 維時序資料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資料量極小（30 幀 × 42 = 1260 floats，~5 KB）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模型：1D CNN（最簡單）/ LSTM / Transformer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可在 Local Runtime / Android 上即時跑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MediaPipe 抽 landmark + 輕量時序模型 = Action Recognition 的最佳組合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時序模型架構（用 1D CNN 示範）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簡單實作：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 import layers, models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輸入：30 幀 × 42 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 F = 30, 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models.Sequential([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layers.Input(shape=(T, F)),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layers.Conv1D(64, 3, activation='relu'),  # 時序卷積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layers.MaxPooling1D(2),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layers.Conv1D(128, 3, activation='relu'),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layers.GlobalAveragePooling1D(),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layers.Dense(64, activation='relu'),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layers.Dropout(0.3),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layers.Dense(N_ACTIONS, activation='softmax'),  # N 種動作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loss='sparse_categorical_crossentropy',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metrics=['accuracy'])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動作資料怎麼蒐集？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webcam 錄影：每種動作錄 50-100 段（譬如「揮手」「比讚」「敬禮」）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MediaPipe 對每段影片抽 landmark 序列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切成固定長度 30 幀的 sliding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存成 (N_samples, 30, 42) 的 numpy array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對應每段的動作類別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整個資料蒐集 + 訓練約 2 小時，比 CNN 快很多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動作辨識 SOTA 模型（研究生延伸閱讀）</a:t>
            </a:r>
            <a:endParaRPr lang="en-US" sz="2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創新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conv + ImageNet 初始化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快慢兩流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 autoencoder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Kinetics-400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MViT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多尺度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ST-GCN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骨架 + 圖卷積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NTU RGB+D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Ch.6 Action Recognition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MediaPipe Tasks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部署｜不用 Chaquopy 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為什麼用 MediaPipe Tasks API？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上一講 YOLO 部署：org.tensorflow:tensorflow-lite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 MediaPipe 部署：com.google.mediapipe:tasks-vision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完全 Java/Kotlin，不需要 Chaquopy Python wheel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Google 官方支援，跨平台一致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內建影像預處理，不用自己寫 NV21 轉換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app/build.gradle 設定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MediaPipe Tasks 依賴：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MediaPipe Vision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'com.google.mediapipe:tasks-vision:0.20230731'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CameraX（沿用 W8）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camerax_version = "1.3.2"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"androidx.camera:camera-core:$camerax_version"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"androidx.camera:camera-camera2:$camerax_version"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"androidx.camera:camera-lifecycle:$camerax_version"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"androidx.camera:camera-view:$camerax_version"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implementation 'androidx.appcompat:appcompat:1.7.0'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下載 hand_landmarker.task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官方提供 .task 檔（不是 .tflite，是 MediaPipe 自有格式）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 URL：storage.googleapis.com/mediapipe-models/hand_landmarker/.../hand_landmarker.task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也可從 MediaPipe Studio 介面下載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放置位置：app/src/main/assets/hand_landmarker.task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檔案大小：約 7-8 MB（lite 版）/ 25 MB（full 版）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也支援自訓的 .task（Custom Solutions，Ch 8）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Java 端｜HandLandmarker 載入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HandLandmarkerHelper.java：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com.google.mediapipe.tasks.core.BaseOptions;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com.google.mediapipe.tasks.vision.handlandmarker.HandLandmarker;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com.google.mediapipe.tasks.vision.handlandmarker.HandLandmarkerResult;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HandLandmarkerHelper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HandLandmarker handLandmarker;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HandLandmarkerHelper(Context ctx)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BaseOptions baseOpt = BaseOptions.builder()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.setModelAssetPath("hand_landmarker.task")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HandLandmarker.HandLandmarkerOptions opt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HandLandmarker.HandLandmarkerOptions.builder()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.setBaseOptions(baseOpt)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.setRunningMode(RunningMode.LIVE_STREAM)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.setNumHands(2)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.setMinHandDetectionConfidence(0.5f)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.setResultListener(this::onResult)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.build();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handLandmarker = HandLandmarker.createFromOptions(ctx, opt);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Java 端｜推論呼叫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ImageProxy 直接餵給 MediaPipe：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com.google.mediapipe.framework.image.BitmapImageBuilder;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com.google.mediapipe.framework.image.MPImage;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detect(Bitmap bitmap, long timestamp)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MPImage mpImage = new BitmapImageBuilder(bitmap).build();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handLandmarker.detectAsync(mpImage, timestamp);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結果會回 callback：onResult()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onResult(HandLandmarkerResult result, MPImage input)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(result.landmarks().isEmpty()) return;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result.landmarks().size();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List&lt;NormalizedLandmark&gt; landmarks = result.landmarks().get(i);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21 個 landmark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landmarks.size(); j++)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x = landmarks.get(j).x();  // 0-1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y = landmarks.get(j).y();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float z = landmarks.get(j).z();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 Java 端｜RPS 邏輯（移植 Python 規則）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Ch 5.5 相同的彎曲度算法，Java 版：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boolean fingerExtended(List&lt;NormalizedLandmark&gt; lm,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int mcp, int pip, int tip)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 vMcp = {lm.get(mcp).x() - lm.get(pip).x(),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lm.get(mcp).y() - lm.get(pip).y()};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 vTip = {lm.get(tip).x() - lm.get(pip).x(),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lm.get(tip).y() - lm.get(pip).y()};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dot = vMcp[0]*vTip[0] + vMcp[1]*vTip[1];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mag = Math.sqrt(vMcp[0]*vMcp[0] + vMcp[1]*vMcp[1])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* Math.sqrt(vTip[0]*vTip[0] + vTip[1]*vTip[1]);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angle = Math.toDegrees(Math.acos(dot / (mag + 1e-6)));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angle &gt; 150;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String classifyRps(List&lt;NormalizedLandmark&gt; lm)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idx = fingerExtended(lm, 5, 6, 8);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mid = fingerExtended(lm, 9, 10, 12);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ring = fingerExtended(lm, 13, 14, 16);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pky = fingerExtended(lm, 17, 18, 20);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 = (idx?1:0) + (mid?1:0) + (ring?1:0) + (pky?1:0);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0) return "rock";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2 &amp;&amp; idx &amp;&amp; mid) return "scissors";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== 4) return "paper";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"unknown";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CameraX 整合｜ImageAnalysis → MediaPipe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MainActivity.java：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imageAnalysis.setAnalyzer(cameraExecutor, image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Bitmap bitmap = imageProxyToBitmap(image);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timestamp = image.getImageInfo().getTimestamp();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image.close();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handLandmarkerHelper.detect(bitmap, timestamp);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結果 callback：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onResult(HandLandmarkerResult result, MPImage input)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runOnUiThread(()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(result.landmarks().isEmpty())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labelView.setText("No hand detected");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result.landmarks().size();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label = classifyRps(result.landmarks().get(i));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side = result.handedness().get(i).get(0).categoryName();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累計顯示所有手的判斷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預期 Android 效能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中階手機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手部偵測+推論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tracking 加持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2900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三類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用規則判斷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相當穩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增量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MB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SDK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.task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Ch.7 Android Tasks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Solutions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Maker + 期末專題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為什麼還要 Custom Solutions？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給 21 點 landmark — 但你要的是「手語動作分類」呢？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Gesture Recognizer 給 7 種預設手勢 — 但你要自訂呢？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Model Maker 提供：用你的資料微調 MediaPipe Solutions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不從零訓練，只 fine-tune 最後幾層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期末專題常用方案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MediaPipe Model Maker 支援的任務</a:t>
            </a:r>
            <a:endParaRPr lang="en-US" sz="2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資料需求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自訂分類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每類 10-100 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自訂物件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每類 50+ 張含標註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自訂手勢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每類 100+ 段短片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文字分類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每類 50+ 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聲音分類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每類 50+ 段聲音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Gesture Recognizer 自訂訓練範例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Model Maker Python API：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mediapipe_model_maker import gesture_recognizer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載入資料（每類一個資料夾）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gesture_recognizer.Dataset.from_folder(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dirname='my_gestures',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hparams=gesture_recognizer.HandDataPreprocessingParams())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train_data, test_data = data.split(0.8)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訓練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gesture_recognizer.GestureRecognizer.create(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train_data=train_data,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validation_data=test_data,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hparams=gesture_recognizer.HParams(epochs=10))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評估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loss, acc = model.evaluate(test_data)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{acc:.4f}')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匯出 .task 給 Android 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model.export_model()  # → 產出 gesture_recognizer.task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期末專題建議方向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手語字母辨識（用 Custom Solutions 訓練 26 個字母）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揮手解鎖（Action Recognition + 序列匹配）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AR 手指畫畫板（食指 tip 即時繪圖）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手勢遙控（用手勢控制簡報、影片播放）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虛擬鋼琴（5 根手指對應琴鍵 + 連續動作）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健身教練（Pose Landmarker 偵測動作正確性）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MediaPipe + Action Recognition 是期末專題的 sweet spot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 MediaPipe 學習資源</a:t>
            </a:r>
            <a:endParaRPr lang="en-US" sz="22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ai.google.dev/edge/mediapipe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主要參考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mediapipe-studio.webapps...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線上 demo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github.com/google-ai-edge/...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完整範例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mediapipe_model_maker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自訓套件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 API 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ai.google.dev/...tasks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文件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Ch.8 Custom Solutions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研究級對比 + 作業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整門課收尾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RPS 五方法系統對比（含本講）</a:t>
            </a:r>
            <a:endParaRPr lang="en-US" sz="2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規則法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 FPS（手機）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✓（21 點）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模型大小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訓練資料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600+ 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0（預訓練）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Java TFLite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Java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MediaPipe 的優勢與限制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比 bbox 精細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可做動態手勢（Action Recognition）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預訓練，不用標註資料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Tasks API 部署簡單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只認手，不認其他物件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雙手互相遮擋會錯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預設模型無法改變類別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軸是相對深度，不是真 3D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整門課 RPS 系列總結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從第一講到第四講，我們用四種方法做同一個 RPS：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古典規則法：能跑、有極限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ML/DL：accuracy 跳上來，但部署受限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YOLO：通用偵測 + tracking，能做雙人對戰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MediaPipe：精細 landmark + action，能做手勢動作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工程的核心不是「哪個最好」，而是「依需求選對工具」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這套系列就是給你「選工具」的判斷依據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本講作業｜基本要求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C45C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達到以下 4 點 = 過關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端用 MediaPipe Hands + 規則法做 RPS（Colab Local Runtime + Webcam）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Java 用 MediaPipe Tasks API 部署 HandLandmarker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端 RPS 達 90%+ accuracy，雙手都能辨識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MediaPipe Model Maker 自訓 1 個新動作（譬如「OK」「比讚」）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 加分項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（+2）整門課四方法對比實測表（accuracy / FPS / 部署複雜度）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（+2）做 Action Recognition：自訂動態手勢（揮手 / 比愛心 / 敬禮）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（+1）整合 Pose + Hands（Holistic）做全身互動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（+1）用 z 軸做「擊掌偵測」 — 手往鏡頭推進的判斷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（+2）期末專題雛形：上面 8.4 任選一個做出來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（+1）研究方向 1 篇 paper 報告（從 paperswithcode 找）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 常見錯誤排除</a:t>
            </a:r>
            <a:endParaRPr lang="en-US" sz="2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import 失敗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版本不對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 install "mediapipe&gt;=0.10.9"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手抓不到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min_detection_confidence 太高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降到 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雙手錯認左右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鏡像 webcam 沒翻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cv2.flip(frame,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.task 找不到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沒放對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app/src/main/assets/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太低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model_complexity=1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降到 0、imgsz 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指尖位置抖動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confidence 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min_tracking_confidence 提高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Ch.9 研究對比 + 作業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結束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整套 RPS 系列完成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→ ML/DL → YOLO/Tracking → MediaPipe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下一講：CV 新研究與閱讀地圖｜入門 paper、找研究方向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 · georgeh@g4e.npust.edu.tw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MediaPipe 骨架｜Hands + Action Recognition</dc:title>
  <dc:subject>PptxGenJS Presentation</dc:subject>
  <dc:creator>George (謝昇憲)</dc:creator>
  <cp:lastModifiedBy>George (謝昇憲)</cp:lastModifiedBy>
  <cp:revision>1</cp:revision>
  <dcterms:created xsi:type="dcterms:W3CDTF">2026-05-28T08:46:35Z</dcterms:created>
  <dcterms:modified xsi:type="dcterms:W3CDTF">2026-05-28T08:46:35Z</dcterms:modified>
</cp:coreProperties>
</file>