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8229600" cy="155448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嵌入式電腦視覺系統｜結業講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新研究與閱讀地圖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從「會用工具」過渡到「能跟世界對話」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整門課第 14 週｜結業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謝昇憲（George）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學習路線大綱（8 章｜結業講）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777240" cy="36576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0515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整門課回顧｜你走了哪條路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72184"/>
            <a:ext cx="8229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72184"/>
            <a:ext cx="77724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7218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147218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領域全景｜你還沒碰過的世界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892808"/>
            <a:ext cx="8229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892808"/>
            <a:ext cx="777240" cy="365760"/>
          </a:xfrm>
          <a:prstGeom prst="rect">
            <a:avLst/>
          </a:prstGeom>
          <a:solidFill>
            <a:srgbClr val="37517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89280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18928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2024-2026 CV 熱門研究方向（主菜）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313432"/>
            <a:ext cx="8229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313432"/>
            <a:ext cx="777240" cy="36576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31343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231343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嵌入式 CV 的研究軸線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734056"/>
            <a:ext cx="8229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734056"/>
            <a:ext cx="77724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73405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273405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怎麼讀 paper｜研究生核心技能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154680"/>
            <a:ext cx="777240" cy="36576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1546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71600" y="3154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頂級會議與開源生態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575304"/>
            <a:ext cx="8229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575304"/>
            <a:ext cx="77724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57530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371600" y="357530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怎麼啟動你自己的研究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995928"/>
            <a:ext cx="8229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995928"/>
            <a:ext cx="777240" cy="36576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99592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371600" y="39959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結尾與打氣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 結業課程導讀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整門課回顧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你走了哪條路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整門課回顧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整門課的敘事弧線｜5 個階段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914400" cy="64008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W1-W5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63040" y="103327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影像的物理與表示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30759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 → 像素 → 空間 → 色彩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73352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73352"/>
            <a:ext cx="9144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733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9933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W6-W7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63040" y="174650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古典特徵抽取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02082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結構（邊/形態學）→ 指紋（SIFT/ORB）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386584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386584"/>
            <a:ext cx="914400" cy="64008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38658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70662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63040" y="245973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期末方向自選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2734056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學生主導報告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099816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099816"/>
            <a:ext cx="914400" cy="640080"/>
          </a:xfrm>
          <a:prstGeom prst="rect">
            <a:avLst/>
          </a:prstGeom>
          <a:solidFill>
            <a:srgbClr val="375173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09981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 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41985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W9-W13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63040" y="317296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五種範式做 RPS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63040" y="344728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規則 → ML/DL → YOLO → MediaPipe → ML Kit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813048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813048"/>
            <a:ext cx="914400" cy="64008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8130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 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1330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463040" y="38862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研究方向地圖（本講）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463040" y="416052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從會用工具到能對話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整門課回顧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用 W1「三層 CV 框架」回顧｜你把這張圖填滿了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Level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低階視覺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 Camera Pipeline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 Pixel / Filter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 幾何 / 座標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 色彩處理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Level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中階視覺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特徵結構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（邊/Hough/形態學）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特徵指紋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（SIFT/ORB/Matching）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Level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高階視覺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 規則法 RPS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 ML/DL RPS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 YOLO+Tracking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 MediaPipe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 ML Kit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整門課回顧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你學會了什麼｜十大能力清單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023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548640" cy="64008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601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005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影像形成的物理基礎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3258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960120"/>
            <a:ext cx="4023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960120"/>
            <a:ext cx="54864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9601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57800" y="1005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像素層級操作與濾波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57800" y="13258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673352"/>
            <a:ext cx="4023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673352"/>
            <a:ext cx="548640" cy="64008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1673352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17190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幾何變換與座標系統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0391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1673352"/>
            <a:ext cx="4023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673352"/>
            <a:ext cx="54864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1673352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57800" y="17190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色彩空間轉換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20391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386584"/>
            <a:ext cx="4023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386584"/>
            <a:ext cx="548640" cy="64008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386584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51560" y="243230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古典特徵抽取與比對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275234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W6-W7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2386584"/>
            <a:ext cx="4023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2386584"/>
            <a:ext cx="54864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2386584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257800" y="243230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ML/DL 訓練與評估指標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57800" y="275234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099816"/>
            <a:ext cx="4023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099816"/>
            <a:ext cx="548640" cy="64008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309981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51560" y="314553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物件偵測 + Tracking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51560" y="346557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0" y="3099816"/>
            <a:ext cx="4023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3099816"/>
            <a:ext cx="54864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0" y="309981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257800" y="314553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骨架偵測 + Action Recognition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57800" y="346557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3813048"/>
            <a:ext cx="4023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3813048"/>
            <a:ext cx="548640" cy="64008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381304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051560" y="38587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即時部署（Chaquopy/Java TFLite/Tasks/ML Kit）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51560" y="41788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W9-W13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0" y="3813048"/>
            <a:ext cx="4023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0" y="3813048"/>
            <a:ext cx="54864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0" y="381304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5257800" y="38587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研究方法與評估指標（mAP/MOTA/Re-ID）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257800" y="41788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W10+W11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整門課回顧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你現在處在 CV 領域哪裡？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2468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你現在的位置：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Level ✓  +  Mid Level ✓  +  High Level（識別/偵測/追蹤/骨架）✓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你還沒碰過的：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重建、生成式 CV、Vision-Language、Video 深度理解、Embodied AI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這些是 Ch 2-3 接下來會帶到的世界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整門課回顧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領域全景大地圖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你還沒碰過的世界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CV 領域全景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CV 八大研究軸線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19659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1965960" cy="36576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識別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分類 / 標籤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已會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68880" y="1097280"/>
            <a:ext cx="19659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097280"/>
            <a:ext cx="1965960" cy="36576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097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偵測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06040" y="15544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bbox + class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已會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97280"/>
            <a:ext cx="19659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097280"/>
            <a:ext cx="1965960" cy="36576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097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15544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跨時間 ID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已會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75120" y="1097280"/>
            <a:ext cx="19659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1097280"/>
            <a:ext cx="1965960" cy="36576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1097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骨架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12280" y="15544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關鍵點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12280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已會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43200"/>
            <a:ext cx="19659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743200"/>
            <a:ext cx="1965960" cy="36576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7432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分割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3200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pixel-wise mask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3794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還沒碰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468880" y="2743200"/>
            <a:ext cx="19659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68880" y="2743200"/>
            <a:ext cx="1965960" cy="36576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30" name="Text 28"/>
          <p:cNvSpPr/>
          <p:nvPr/>
        </p:nvSpPr>
        <p:spPr>
          <a:xfrm>
            <a:off x="2468880" y="27432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重建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606040" y="3200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結構 / 深度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06040" y="3794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還沒碰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0" y="2743200"/>
            <a:ext cx="19659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2743200"/>
            <a:ext cx="1965960" cy="36576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0" y="27432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709160" y="3200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/ GAN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09160" y="3794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還沒碰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675120" y="2743200"/>
            <a:ext cx="19659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75120" y="2743200"/>
            <a:ext cx="1965960" cy="36576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7432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812280" y="3200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/ Captioning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12280" y="3794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還沒碰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前四個你都會了｜後四個 Ch 3-4 會帶到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CV 領域全景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本課程覆蓋 vs 結業講會帶到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481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軸線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本課程覆蓋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結業講會帶到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/ 物理基礎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W2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進階：HDR / Event Camera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 / Filter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W3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幾何 / 座標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W4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進階：3D 重建（NeRF / 3DGS）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色彩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W5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古典特徵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W6-W7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分類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W10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Self-Supervised / Foundation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偵測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W11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Open-vocabulary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追蹤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W11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SOTA MOT / Re-ID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骨架 / 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W12-W13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/ 通用分割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重建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NeRF / 3DGS（本講主菜）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生成式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Diffusion / Sora（本講主菜）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Vision-Language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/ LLaVA（本講主菜）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CV 領域全景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各軸線代表 SOTA 模型（一頁速覽）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軸線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 代表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2024-2026 SOTA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影像分類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DINOv2 / EVA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物件偵測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DINO / Grounding DINO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追蹤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ByteTrack / OC-SORT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 R-CNN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2 / Segment Anything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重建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NeRF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Gaussian Splatting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生成式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StyleGAN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Diffusion / Sora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Vision-Language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GPT-4V / Gemini / LLaVA-NeXT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CV 領域全景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2024-2026 CV 熱門研究方向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本講主菜｜8 個方向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2024-2026 熱門研究方向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Vision-Language Models（VLM）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 CV 模型能「理解語言」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(OpenAI 2021)：圖文配對學習，開啟 zero-shot 視覺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(Meta 2023)：用點/框「prompt」做任意分割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GPT-4V / Gemini Vision (2023-2024)：圖片問答對話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LLaVA / MiniGPT (2023+)：開源 VLM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應用：自動圖片描述、視障輔助、教育、客服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延伸閱讀：CLIP paper、SAM paper、LLaVA 系列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2024-2026 熱門研究方向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3D 重建新世代｜NeRF → 3D Gaussian Splatting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2D 影像重建出 3D 場景，本世代 CV 最熱門題之一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NeRF (2020)：用 MLP 隱式表示 3D 場景，渲染逼真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NeRF 限制：訓練慢（天）、渲染慢（秒）、編輯難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Gaussian Splatting (SIGGRAPH 2023)：用 3D 高斯點代替 MLP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訓練快 (分鐘)、渲染快 (60+ FPS)、可編輯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應用：VR/AR 內容、文化資產數位化、影視特效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延伸閱讀：Kerbl et al. 2023 SIGGRAPH 3DGS paper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2024-2026 熱門研究方向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Diffusion 與生成 CV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solidFill>
            <a:srgbClr val="37517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從噪音「擴散」出影像 — 影像生成的新主流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DDPM (2020)：奠基論文，diffusion 取代 GAN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 (2022)：開源、可在本地端跑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SDXL / FLUX / Stable Diffusion 3 (2023-2024)：高解析度、文字準確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Sora (OpenAI 2024)：文字生成影片，6 秒~1 分鐘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應用：藝術創作、設計輔助、廣告、影視前置作業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延伸閱讀：DDPM、Latent Diffusion (Rombach et al.)、Sora technical report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2024-2026 熱門研究方向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Self-Supervised Learning（SSL）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用未標註資料訓練視覺特徵，省下天文數字標註成本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SimCLR / MoCo (2020)：對比學習奠基，同物件不同 augmentation 拉近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(2021)：Masked Autoencoder，遮蔽 75% pixel 重建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 / DINOv2 (Meta 2021-2023)：學出可直接做 segmentation 的特徵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應用：醫學影像（標註少）、衛星影像、考古、稀有類別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延伸閱讀：MAE (He et al. 2021)、DINOv2 (Oquab et al. 2023)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2024-2026 熱門研究方向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Foundation Models for Vision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視覺界的「大模型」 — 一個模型多任務通用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有 GPT，CV 也在追求 Foundation Model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DINOv2：用 SSL 訓的視覺 backbone，可下游做 segmentation/depth/classification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 (Meta 2024)：通用分割 foundation，含視訊版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/ EVA-CLIP：大規模視覺預訓練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應用：研究端 = 直接用 backbone，產品端 = fine-tune 後部署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延伸閱讀：DINOv2、SAM 2、Meta AI Research 部落格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2024-2026 熱門研究方向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Video Understanding 與 Action Recognition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solidFill>
            <a:srgbClr val="37517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從靜態手勢（W12-W13）延伸到動態理解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TimeSformer (2021)：第一個 pure Transformer 視訊模型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VideoMAE / V-JEPA：視訊版 MAE / SSL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MViT v2：多尺度 attention，效率高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Video-LLaMA / Video-ChatGPT：視訊問答對話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應用：監控、運動分析、教育影片自動摘要、自駕視訊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延伸閱讀：TimeSformer、VideoMAE、Kinetics-700 benchmark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2024-2026 熱門研究方向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 Embodied AI / Robotics CV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 CV 模型「在物理世界行動」 — 最熱門的 frontier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從「看懂影像」進化到「看懂並決定動作」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RT-1 / RT-2 (Google 2023)：用 VLM 控制機器人手臂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X-Embodiment：跨機器人資料集合作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 / AI2-THOR：模擬環境訓練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應用：家用機器人、自駕車、物流自動化、智慧穿戴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研究頂會：CoRL、RSS、ICRA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2024-2026 熱門研究方向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 Medical &amp; Scientific CV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在生醫、天文、材料等科學的應用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醫學影像分割（U-Net / nnU-Net）：器官、腫瘤、病灶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放射學報告生成（Vision-Language 結合）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病理切片分析（Whole-slide image）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天文觀測（galaxy classification, exoplanet detection）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材料微結構分析（電子顯微影像）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應用門檻高 + 影響大，研究生若有跨域興趣值得選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2024-2026 熱門研究方向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嵌入式 CV 研究軸線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你的專業方向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嵌入式 CV 研究軸線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為什麼這個軸線特別重要？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2468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你修的是「嵌入式電腦視覺系統」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你的位置：把 CV 放進有資源限制的裝置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伺服器 GPU 跑 SOTA 是一回事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要在 Pi / 手機 / MCU 上跑 SOTA 是另一回事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嵌入式 CV 是「研究 SOTA × 工程限制」的交叉領域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嵌入式 CV 研究軸線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Edge AI / TinyML 生態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AI：模型在邊緣裝置（手機、樹莓派、Jetson）跑 inference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TinyML：模型更小，可在 MCU（Cortex-M）上跑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代表組織：MLPerf Tiny、TinyML Foundation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代表工具：TensorFlow Lite Micro、ExecuTorch、ONNX Runtime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應用：智慧家電、IoT 感測、可穿戴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延伸閱讀：tinyML.org、MLPerf Mobile benchmarks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嵌入式 CV 研究軸線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模型壓縮三大手法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 → fp16 / int8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模型小 4×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 已碰過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剪枝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刪除不重要權重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結構化 / 非結構化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TensorRT 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蒸餾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 student 學大 teacher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知識遷移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部署熱門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嵌入式 CV 研究軸線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Hardware-aware NAS（神經架構搜索）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= Neural Architecture Search，自動找最佳模型架構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Hardware-aware NAS：把目標硬體延遲納入搜索目標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代表：MobileNetV3、EfficientNet、MnasNet（這些都是 NAS 的成果）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工具：Once-for-All、ProxylessNAS、AutoML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研究方向：在你目標硬體（手機 NPU、邊緣 TPU）上跑 NAS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嵌入式 CV 研究軸線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On-device LLM / VLM｜手機跑大模型的時代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Phi-3 (Microsoft 2024)：3.8B 參數，可在手機跑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Nano (Google 2024)：直接內建 Android 14+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MobileVLM / TinyLLaVA：手機上的 VLM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技術核心：量化（INT4 / INT2）+ 模型架構優化 + NPU 加速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研究機會：「在 Snapdragon NPU 上把 VLM 推到 30 FPS」是 hot topic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嵌入式 CV 研究軸線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嵌入式 CV 重要 Benchmark</a:t>
            </a:r>
            <a:endParaRPr lang="en-US" sz="2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測什麼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適用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MLPerf Mobile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延遲 / 吞吐量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通用手機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MLPerf Tiny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MCU 上的 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AI-Benchmark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手機綜合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產品比較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EEMBC MLMark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邊緣推論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工業嵌入式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EdgeBench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延遲 + 能耗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可穿戴 / IoT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嵌入式 CV 研究軸線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 嵌入式 CV 的研究機會（給你的題目方向）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「在 X 硬體上把 Y 模型壓縮到 Z FPS」(填 X/Y/Z 即可成 paper)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新硬體加速器評測（譬如 Snapdragon 8 Gen 4 NPU vs Google Tensor）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量化新方法（譬如 sub-2bit 量化、動態量化）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Hardware-aware NAS for 你的應用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VLM 推論最佳化（這個極熱）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期末專題可從這幾個方向選一個做雛形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嵌入式 CV 研究軸線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怎麼讀 paper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研究生核心技能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怎麼讀 paper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三遍讀法（Keshav 2007 經典）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第一遍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5-10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鳥瞰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 abstract、introduction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 figures、headings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 conclusion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決定：要不要繼續看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第二遍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1 hour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細讀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2900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 figures、tables 細節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 method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做筆記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標記不懂處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第三遍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4-5 hours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重現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0936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心裡重新走完所有 step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找出潛在漏洞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可重現實作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寫摘要報告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怎麼讀 paper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從哪裡入手｜論文閱讀的入口順序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Abstract：30 秒看完，決定是否繼續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Conclusion：3 分鐘，確認結論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Figure 1 + Method 概覽圖：5 分鐘，看整體架構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Tables（特別是「Comparison with SOTA」）：判斷貢獻量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Method：理解技術細節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Related Work：補完背景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千萬不要從 Introduction 第一個字開始讀（太慢）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怎麼讀 paper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論文閱讀工具</a:t>
            </a:r>
            <a:endParaRPr lang="en-US" sz="22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網址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paperswithcode.com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SOTA leaderboards +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paperswithcode.com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arxiv-sanity-lite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 主題 / 偏好過濾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arxiv-sanity-lite.com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Connected Papers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視覺化 paper 引用網路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connectedpapers.com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Scholar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學術搜尋 + AI 摘要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semanticscholar.org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Scholar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引用追蹤、alerts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scholar.google.com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AI-driven 摘要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 / Claude 讀論文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怎麼讀 paper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用 leaderboard 找 SOTA 的捷徑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 paperswithcode.com 找你的領域（譬如 'Object Detection on COCO'）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 leaderboard 前 10 名：方法、年份、分數、開源狀態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點開最新 SOTA → 看 paper、看 code、看 reproducibility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看「Methods」欄位的演進線：理解技術脈絡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看 leaderboard 比讀 paper 快 10 倍，先掌握 landscape 再細讀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怎麼讀 paper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 讀 paper 的常見陷阱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陷阱一：被「+0.5 mAP」吸引 — 但實際是用更大模型 / 更長訓練換來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陷阱二：只看 abstract claim，忽略 limitations 章節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陷阱三：被 figures 誤導 — cherry-picked 例子常見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陷阱四：忽略「Code Released?」、沒 code 的 paper 可重現性差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陷阱五：盲信頂會 paper — 即使 CVPR 也有問題 paper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學會挑 paper 才是研究生跟世界對話的入場券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怎麼讀 paper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頂級會議與開源生態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領域的「世界地圖」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頂級會議與開源生態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CV 三大會議</a:t>
            </a:r>
            <a:endParaRPr lang="en-US" sz="22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會議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時間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錄取率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CVPR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Vision and Pattern Recognition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每年 6 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最大，美國主辦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International Conference on Computer Vision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奇數年 10 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公認最高水準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European Conference on Computer Vision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偶數年 10 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歐洲主辦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頂級會議與開源生態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ML 三大會議（跟 CV 高度相關）</a:t>
            </a:r>
            <a:endParaRPr lang="en-US" sz="2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會議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時間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與 CV 關係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理論 + 應用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每年 12 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有相關 papers 進來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ICLR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 + 表徵學習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每年 4-5 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foundation models 常在這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廣泛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每年 7 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應用 papers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頂級會議與開源生態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頂級期刊（IF / SCI 評鑑會用到）</a:t>
            </a:r>
            <a:endParaRPr lang="en-US" sz="22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期刊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領域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Factor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TPAMI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Analysis &amp; Machine Intelligence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~20+ (頂級)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IJCV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Vision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Processing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Multimedia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TCSVT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Circuits &amp; Systems for Video Technology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頂級會議與開源生態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看 paper 的最佳時間表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會議 paper accept 公布 → 預印本上 arXiv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開源（通常 2-4 週後）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工具整合（HuggingFace / Ultralytics 等，幾個月內）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進入產品（半年到一年）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想跟 SOTA 對齊：看 paper 早期版本 + 等 code release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想學最新技術：直接 fork code 跑，比讀 paper 快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頂級會議與開源生態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開源生態｜你的軍火庫</a:t>
            </a:r>
            <a:endParaRPr lang="en-US" sz="22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重點工具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適合任務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transformers / diffusers / datasets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VLM / Diffusion / NLP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OpenMMLab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mmdetection / mmsegmentation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通用 CV 研究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Ultralytics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YOLOv5-v11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物件偵測快速上手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Pretrained vision backbones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Backbone 選擇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資料集 + 標註 + 訓練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產品快速 prototype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MediaPipe / ML Kit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跨平台部署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本課程已碰過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頂級會議與開源生態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 線上資源｜免費高品質課程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CS231n：CV + Deep Learning 經典課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6.S191：Introduction to Deep Learning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Andrej Karpathy YouTube：神經網路從零開始（必看）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Yannic Kilcher YouTube：最新 paper 解讀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Coffee Break：paper 短講（10 分鐘版）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Fast.ai：實作導向，部署友善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中文資源：李宏毅老師 ML/DL 課程（台大）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頂級會議與開源生態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怎麼啟動你自己的研究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從複現開始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怎麼啟動研究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從複現 paper 開始（不要從零）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2468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新手研究生最大誤區：第一天就想做 SOTA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正確路徑：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找一篇相關 paper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跑通他的 code（這已經很難）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換個資料集 / 改個小設定 → 看影響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找出可改進的小點 → ablation study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累積 3-5 個小發現 → 變成你的 paper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怎麼啟動研究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找小問題 / 做 ablation 的方法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study：移除某個 component，看效能掉多少 → 證明 component 必要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study：模型大小 / 資料量 / 訓練時間對效能的影響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study：對 input 加雜訊 / 變光 / 翻轉，效能如何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cross-domain：在 domain A 訓練，在 domain B 測試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efficiency：把現有 method 壓到更小硬體上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「小問題 + 嚴謹實驗」勝過「大問題 + 草率比較」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怎麼啟動研究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研究工程工具鏈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版本控制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每個實驗一個 branch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message 清楚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實驗追蹤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2900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&amp; Biases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TensorBoard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設定管理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 / OmegaConf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argparse 簡單版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config 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怎麼啟動研究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 寫研究日誌（lab notebook 觀念）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每天記錄：今天做了什麼、得到什麼、想到什麼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每週 review：本週哪些 idea 成、哪些失敗、下週方向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工具：Notion / Obsidian / 手寫筆記都行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為什麼重要：研究是「迭代發現」的過程，靠記憶會迷路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兩個月後你會慶幸有寫日誌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怎麼啟動研究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跟教授討論的準備清單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進度報告：上次討論後做了什麼（具體、有數字）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卡住的地方：列 1-2 個具體問題（不要說「我不知道怎麼做」）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可選方案：你想到 2-3 條路，請教授幫挑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下一步計畫：講你接下來 2 週的具體計畫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Demo：能放 figure / table / video 就放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「我準備好讓你做決定」勝過「我什麼都不會請教我」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怎麼啟動研究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 期末專題收尾建議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從本課程 W9-W13 任選一個範式做變體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至少做一張對比表（你的 method vs baseline）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報告含：實驗 spec、定量數字、失敗案例、未來方向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秒 demo 影片（手機錄屏 + 旁白）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README 寫清楚怎麼跑、依賴是什麼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期末專題不只是「交作業」，是你研究生涯第一個正式作品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怎麼啟動研究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結尾與打氣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整門課收尾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結尾與打氣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整門課的能力總表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566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1371600" cy="457200"/>
          </a:xfrm>
          <a:prstGeom prst="rect">
            <a:avLst/>
          </a:prstGeom>
          <a:solidFill>
            <a:srgbClr val="37517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研究能力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143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研究方法、評估指標、paper 閱讀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137160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91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部署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1691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Java TFLite / MediaPipe Tasks / ML Kit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240280"/>
            <a:ext cx="13716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訓練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2240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/ MobileNetV2 / 量化 / Transfer Learning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788920"/>
            <a:ext cx="137160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與評估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2788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HoG+SVM / Confusion Matrix / mAP / IDF1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337560"/>
            <a:ext cx="13716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37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古典 CV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03120" y="3337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邊緣 / Hough / 形態學 / SIFT / ORB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886200"/>
            <a:ext cx="137160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86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影像基礎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03120" y="3886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/ Pixel / 幾何 / 色彩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從像素到研究方法 — 你的工具棧完整了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結尾與打氣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給研究生的最後叮嚀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2468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工程訓練「能跑」就過關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研究訓練「能跟世界對話」才開始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你現在能：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用 SOTA 工具做 prototype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看懂頂會 paper 的方法與貢獻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用評估指標說明你的方法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在資源受限下做出工程選擇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這就是「跟世界對話」的入場券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結尾與打氣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 期末專題打氣｜接下來幾週的方向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期末專題是你研究生涯第一個正式作品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從本課程任一範式做變體，做出 demo + 報告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不必追求 SOTA — 追求「實驗嚴謹 + 結論清楚」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失敗案例分析比 90% accuracy 更有研究價值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做完後上 GitHub、寫部落格 — 這就是你的研究履歷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你會發現：教授要的不是「最強的 demo」，是「會做研究的學生」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結尾與打氣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 整門課敘事弧線回顧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566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97280"/>
            <a:ext cx="914400" cy="32004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W1-W5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45920" y="10972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光、像素、幾何、色彩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914400" cy="32004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63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W6-W7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14630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古典特徵：結構 → 指紋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1828800"/>
            <a:ext cx="914400" cy="32004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28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45920" y="18288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期末方向報告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194560"/>
            <a:ext cx="914400" cy="32004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194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45920" y="21945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 CV 規則法 RPS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2560320"/>
            <a:ext cx="914400" cy="32004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560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45920" y="25603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ML/DL 訓練與評估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2926080"/>
            <a:ext cx="914400" cy="32004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926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45920" y="29260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+ Tracking + Android Java TFLite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3291840"/>
            <a:ext cx="914400" cy="32004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291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45920" y="32918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骨架 + Action Recognition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3657600"/>
            <a:ext cx="914400" cy="32004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657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645920" y="36576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Vision｜Production-Ready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4023360"/>
            <a:ext cx="914400" cy="32004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023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645920" y="40233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新研究與閱讀地圖（本講）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結尾與打氣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6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嵌入式電腦視覺系統｜結業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祝你期末專題順利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祝你研究生涯精彩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我們在 CV 的世界裡再相見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謝昇憲（George） · georgeh@g4e.npust.edu.tw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W14 CV 新研究與閱讀地圖｜結業講</dc:title>
  <dc:subject>PptxGenJS Presentation</dc:subject>
  <dc:creator>George (謝昇憲)</dc:creator>
  <cp:lastModifiedBy>George (謝昇憲)</cp:lastModifiedBy>
  <cp:revision>1</cp:revision>
  <dcterms:created xsi:type="dcterms:W3CDTF">2026-05-28T09:27:07Z</dcterms:created>
  <dcterms:modified xsi:type="dcterms:W3CDTF">2026-05-28T09:27:07Z</dcterms:modified>
</cp:coreProperties>
</file>